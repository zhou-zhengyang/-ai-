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89b6a2f4540ed" /><Relationship Type="http://schemas.openxmlformats.org/officeDocument/2006/relationships/extended-properties" Target="/docProps/app.xml" Id="R8efb4b70d8ce4fb4" /><Relationship Type="http://schemas.openxmlformats.org/officeDocument/2006/relationships/officeDocument" Target="/ppt/presentation.xml" Id="Reed1840b4aa7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41b8f1e7c24d52"/>
  </p:sldMasterIdLst>
  <p:notesMasterIdLst>
    <p:notesMasterId xmlns:r="http://schemas.openxmlformats.org/officeDocument/2006/relationships" r:id="Rac6689857df2457d"/>
  </p:notesMasterIdLst>
  <p:sldIdLst>
    <p:sldId xmlns:r="http://schemas.openxmlformats.org/officeDocument/2006/relationships" id="256" r:id="R407a22114c8a44fc"/>
    <p:sldId xmlns:r="http://schemas.openxmlformats.org/officeDocument/2006/relationships" id="257" r:id="Rfe22dfedb7954800"/>
    <p:sldId xmlns:r="http://schemas.openxmlformats.org/officeDocument/2006/relationships" id="258" r:id="Rf48c0de621c84bf9"/>
    <p:sldId xmlns:r="http://schemas.openxmlformats.org/officeDocument/2006/relationships" id="259" r:id="Rb4b61b87e56f48c8"/>
    <p:sldId xmlns:r="http://schemas.openxmlformats.org/officeDocument/2006/relationships" id="260" r:id="Rba12d85ab96d4a5e"/>
    <p:sldId xmlns:r="http://schemas.openxmlformats.org/officeDocument/2006/relationships" id="261" r:id="R2b10f245d801436c"/>
    <p:sldId xmlns:r="http://schemas.openxmlformats.org/officeDocument/2006/relationships" id="262" r:id="R3a10a4ffc7a94171"/>
    <p:sldId xmlns:r="http://schemas.openxmlformats.org/officeDocument/2006/relationships" id="263" r:id="R6462c035409b4700"/>
    <p:sldId xmlns:r="http://schemas.openxmlformats.org/officeDocument/2006/relationships" id="264" r:id="R9f9f4f0eead642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b4c5e1d9c14536" /><Relationship Type="http://schemas.openxmlformats.org/officeDocument/2006/relationships/slideMaster" Target="/ppt/slideMasters/slideMaster1.xml" Id="R9b41b8f1e7c24d52" /><Relationship Type="http://schemas.openxmlformats.org/officeDocument/2006/relationships/notesMaster" Target="/ppt/notesMasters/notesMaster1.xml" Id="Rac6689857df2457d" /><Relationship Type="http://schemas.openxmlformats.org/officeDocument/2006/relationships/presProps" Target="/ppt/presProps.xml" Id="R146c5573752b4c2b" /><Relationship Type="http://schemas.openxmlformats.org/officeDocument/2006/relationships/tableStyles" Target="/ppt/tableStyles.xml" Id="R6684a65934674878" /><Relationship Type="http://schemas.openxmlformats.org/officeDocument/2006/relationships/slide" Target="/ppt/slides/slide1.xml" Id="R407a22114c8a44fc" /><Relationship Type="http://schemas.openxmlformats.org/officeDocument/2006/relationships/slide" Target="/ppt/slides/slide2.xml" Id="Rfe22dfedb7954800" /><Relationship Type="http://schemas.openxmlformats.org/officeDocument/2006/relationships/slide" Target="/ppt/slides/slide3.xml" Id="Rf48c0de621c84bf9" /><Relationship Type="http://schemas.openxmlformats.org/officeDocument/2006/relationships/slide" Target="/ppt/slides/slide4.xml" Id="Rb4b61b87e56f48c8" /><Relationship Type="http://schemas.openxmlformats.org/officeDocument/2006/relationships/slide" Target="/ppt/slides/slide5.xml" Id="Rba12d85ab96d4a5e" /><Relationship Type="http://schemas.openxmlformats.org/officeDocument/2006/relationships/slide" Target="/ppt/slides/slide6.xml" Id="R2b10f245d801436c" /><Relationship Type="http://schemas.openxmlformats.org/officeDocument/2006/relationships/slide" Target="/ppt/slides/slide7.xml" Id="R3a10a4ffc7a94171" /><Relationship Type="http://schemas.openxmlformats.org/officeDocument/2006/relationships/slide" Target="/ppt/slides/slide8.xml" Id="R6462c035409b4700" /><Relationship Type="http://schemas.openxmlformats.org/officeDocument/2006/relationships/slide" Target="/ppt/slides/slide9.xml" Id="R9f9f4f0eead6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e9a233a0b4c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efee145d44b13" /><Relationship Type="http://schemas.openxmlformats.org/officeDocument/2006/relationships/notesMaster" Target="/ppt/notesMasters/notesMaster1.xml" Id="R484edb8c03fc4a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b3842a22942c6" /><Relationship Type="http://schemas.openxmlformats.org/officeDocument/2006/relationships/notesMaster" Target="/ppt/notesMasters/notesMaster1.xml" Id="R0deeee4b11ce4f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ffe4079d5a4e14" /><Relationship Type="http://schemas.openxmlformats.org/officeDocument/2006/relationships/notesMaster" Target="/ppt/notesMasters/notesMaster1.xml" Id="R2c5570914d60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07dfc0d9624d82" /><Relationship Type="http://schemas.openxmlformats.org/officeDocument/2006/relationships/notesMaster" Target="/ppt/notesMasters/notesMaster1.xml" Id="R67dd7b2aebfa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176f446a5e4416" /><Relationship Type="http://schemas.openxmlformats.org/officeDocument/2006/relationships/notesMaster" Target="/ppt/notesMasters/notesMaster1.xml" Id="R71eecd6d814849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cfa9350b354380" /><Relationship Type="http://schemas.openxmlformats.org/officeDocument/2006/relationships/notesMaster" Target="/ppt/notesMasters/notesMaster1.xml" Id="Rded26f71efa644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b85f7a73d646c0" /><Relationship Type="http://schemas.openxmlformats.org/officeDocument/2006/relationships/notesMaster" Target="/ppt/notesMasters/notesMaster1.xml" Id="Rf35d68bcdb004a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e76bc65b6a47f8" /><Relationship Type="http://schemas.openxmlformats.org/officeDocument/2006/relationships/notesMaster" Target="/ppt/notesMasters/notesMaster1.xml" Id="Ra11c1734193948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2dc37335ff45d5" /><Relationship Type="http://schemas.openxmlformats.org/officeDocument/2006/relationships/notesMaster" Target="/ppt/notesMasters/notesMaster1.xml" Id="R68749cad5f01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7503a69224f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00664be9b4b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142e2408d4e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1da06fe3a4c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a54ec472d4e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8ea3d1edf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98DB1-BEB0-4C92-8E94-45A7BB40D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2D10C5-A2A4-4933-AB47-8744E07E7B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7E9E09-D849-4527-A075-52F9E03AB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CE0FF2-7904-4F82-80F0-98966888E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C33582-E045-4400-AA56-33701128A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4B821F-D36A-4084-9BBD-85598C682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9030B2-B9FD-4B80-8AD5-12F0C06DA1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6CCC71-14DD-44A3-B41E-B58E13E276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797805-21C0-4842-A765-DAC8AA37E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C9298B-1690-4EB5-8F0A-59C3F0D21D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9638d00484764" /><Relationship Type="http://schemas.openxmlformats.org/officeDocument/2006/relationships/slideLayout" Target="/ppt/slideLayouts/slideLayout1.xml" Id="R4459668fc77245ea" /><Relationship Type="http://schemas.openxmlformats.org/officeDocument/2006/relationships/slideLayout" Target="/ppt/slideLayouts/slideLayout2.xml" Id="Rfdbddb52a5754a22" /><Relationship Type="http://schemas.openxmlformats.org/officeDocument/2006/relationships/slideLayout" Target="/ppt/slideLayouts/slideLayout3.xml" Id="Rf1cdb6ed6c3f4595" /><Relationship Type="http://schemas.openxmlformats.org/officeDocument/2006/relationships/slideLayout" Target="/ppt/slideLayouts/slideLayout4.xml" Id="R3707cac59e7e44ea" /><Relationship Type="http://schemas.openxmlformats.org/officeDocument/2006/relationships/slideLayout" Target="/ppt/slideLayouts/slideLayout5.xml" Id="Rfcde78641e0a4de7" /><Relationship Type="http://schemas.openxmlformats.org/officeDocument/2006/relationships/slideLayout" Target="/ppt/slideLayouts/slideLayout6.xml" Id="Re58e8dd914a94c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9668fc77245ea"/>
    <p:sldLayoutId xmlns:r="http://schemas.openxmlformats.org/officeDocument/2006/relationships" id="2147483650" r:id="Rfdbddb52a5754a22"/>
    <p:sldLayoutId xmlns:r="http://schemas.openxmlformats.org/officeDocument/2006/relationships" id="2147483651" r:id="Rf1cdb6ed6c3f4595"/>
    <p:sldLayoutId xmlns:r="http://schemas.openxmlformats.org/officeDocument/2006/relationships" id="2147483652" r:id="R3707cac59e7e44ea"/>
    <p:sldLayoutId xmlns:r="http://schemas.openxmlformats.org/officeDocument/2006/relationships" id="2147483653" r:id="Rfcde78641e0a4de7"/>
    <p:sldLayoutId xmlns:r="http://schemas.openxmlformats.org/officeDocument/2006/relationships" id="2147483654" r:id="Re58e8dd914a94c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c18a4ff1a4374" /><Relationship Type="http://schemas.openxmlformats.org/officeDocument/2006/relationships/notesSlide" Target="/ppt/notesSlides/notesSlide1.xml" Id="Rb7f3d2a4b83c4b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f06b08236420a" /><Relationship Type="http://schemas.openxmlformats.org/officeDocument/2006/relationships/notesSlide" Target="/ppt/notesSlides/notesSlide2.xml" Id="R29a553952be2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f3cba6b2e4b87" /><Relationship Type="http://schemas.openxmlformats.org/officeDocument/2006/relationships/notesSlide" Target="/ppt/notesSlides/notesSlide3.xml" Id="Rcbd618ee2628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a6e03180a4977" /><Relationship Type="http://schemas.openxmlformats.org/officeDocument/2006/relationships/notesSlide" Target="/ppt/notesSlides/notesSlide4.xml" Id="Rfeaa1e4d7b024b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22626da08401d" /><Relationship Type="http://schemas.openxmlformats.org/officeDocument/2006/relationships/notesSlide" Target="/ppt/notesSlides/notesSlide5.xml" Id="R6a3493a649bb45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ec9ebeab64809" /><Relationship Type="http://schemas.openxmlformats.org/officeDocument/2006/relationships/notesSlide" Target="/ppt/notesSlides/notesSlide6.xml" Id="Rb726e4ebca4a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51e6fd9d44a5a" /><Relationship Type="http://schemas.openxmlformats.org/officeDocument/2006/relationships/notesSlide" Target="/ppt/notesSlides/notesSlide7.xml" Id="R2eadbb5e0c304a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5d6abd41a424c" /><Relationship Type="http://schemas.openxmlformats.org/officeDocument/2006/relationships/notesSlide" Target="/ppt/notesSlides/notesSlide8.xml" Id="R0935b9781a1f46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27bcc403b43e6" /><Relationship Type="http://schemas.openxmlformats.org/officeDocument/2006/relationships/notesSlide" Target="/ppt/notesSlides/notesSlide9.xml" Id="R3ee83e97b11a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D17FE-D24E-4014-A827-CA3A975B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092C3-FB47-41DB-AB6A-EE2A44D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 FINTECHATHON 微众银行金融科技大学生挑战赛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9B87A-6304-441C-8531-926518C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安全自评报告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FA26-4ED9-48B8-8E9A-18DA220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对照安全评审清单的七项自评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A19DC-E40A-41EC-904A-C8F9380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判定可解释，越权可拦截，决策可追溯</a:t>
            </a:r>
          </a:p>
        </p:txBody>
      </p:sp>
    </p:spTree>
    <p:extLst>
      <p:ext uri="{BB962C8B-B14F-4D97-AF65-F5344CB8AC3E}">
        <p14:creationId xmlns:p14="http://schemas.microsoft.com/office/powerpoint/2010/main" val="542303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51F60-1928-4CAC-98FA-610AF904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评估范围与方法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977F-7735-4C25-92F3-DE1B1248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DE9F6-9D5F-4464-B87D-758188B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对照 review/security-review.md 七项逐条自评。结论分通过、不通过、不适用。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4149D-E8D0-4A3D-A344-F0CD19AD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判定可解释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注入防御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越权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 密钥与数据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  审计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  模型相关</a:t>
            </a:r>
          </a:p>
          <a:p xmlns:a="http://schemas.openxmlformats.org/drawingml/2006/main">
            <a:pPr algn="l"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7  外部服务</a:t>
            </a:r>
          </a:p>
        </p:txBody>
      </p:sp>
    </p:spTree>
    <p:extLst>
      <p:ext uri="{BB962C8B-B14F-4D97-AF65-F5344CB8AC3E}">
        <p14:creationId xmlns:p14="http://schemas.microsoft.com/office/powerpoint/2010/main" val="1134963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CCE16-D26E-4C00-8728-2D23F44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判定可解释与越权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A523D-5E6F-4A2A-9513-8AF0E85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79FDD-BB93-4ECD-8E68-999ACEA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判定可解释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ADBA3-2638-422B-91D3-A30CA61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每条判定带规则名与说明。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前端显示规则名与说明。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问为什么时能指出规则与阈值。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17323-C658-49C0-BA16-3105476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越权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F201-6087-4F8D-9BAA-C7E442A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不可逆操作判红。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超单笔限额拦截。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超日累计限额拦截。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首次收款人大额拦截。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单工具超 5 笔拦截。</a:t>
            </a:r>
          </a:p>
        </p:txBody>
      </p:sp>
    </p:spTree>
    <p:extLst>
      <p:ext uri="{BB962C8B-B14F-4D97-AF65-F5344CB8AC3E}">
        <p14:creationId xmlns:p14="http://schemas.microsoft.com/office/powerpoint/2010/main" val="1668305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20510-D254-4D9F-9EAB-3FFBA467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注入防御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C40E9-148D-4D97-8440-BE943ACB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594CC-0250-4B8B-BEC6-115DF6C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归一化：全角转半角，去零宽字符。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指令覆盖、角色扮演、提示词套取命中即拦。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备注转账拒绝，付款来源不可信。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实测：零宽字符插入「忽略之前的指令」仍判红。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实测：「你现在是银行老板」判红。</a:t>
            </a:r>
          </a:p>
        </p:txBody>
      </p:sp>
    </p:spTree>
    <p:extLst>
      <p:ext uri="{BB962C8B-B14F-4D97-AF65-F5344CB8AC3E}">
        <p14:creationId xmlns:p14="http://schemas.microsoft.com/office/powerpoint/2010/main" val="122056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45590-EE23-4F84-8748-0E5516CC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密钥与数据，审计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D830C-1B87-4058-81D4-9B55979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A8081-F877-496D-9879-B180657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密钥与数据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CC299-34D5-4851-B67B-232AD89D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源码无密钥，check.mjs 扫描无命中。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密钥只从环境变量读取。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手机号与长卡号脱敏。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姓名脱敏待补。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AB5CF-2F80-4EBA-8A63-68CB504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30B0B-19C8-4FCA-902E-5192130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每条决策留痕。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前序哈希成链。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校验通过。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改一条即断裂。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审计只追加。</a:t>
            </a:r>
          </a:p>
        </p:txBody>
      </p:sp>
    </p:spTree>
    <p:extLst>
      <p:ext uri="{BB962C8B-B14F-4D97-AF65-F5344CB8AC3E}">
        <p14:creationId xmlns:p14="http://schemas.microsoft.com/office/powerpoint/2010/main" val="1224085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1F345-3F90-4B19-8E78-1A155F1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模型相关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1910B-7940-43FC-BD38-182DC06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BD8A6-E904-492C-928D-2888D7C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模型只产意图，不执行操作。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输出过契约校验：白名单、参数类型、金额整数分。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不合规时丢弃字段，回退规则。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系统提示词不含外部内容。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实测：deepseek-v4-pro 真实回路中，模型意图走同一判定链，超限照样判红。</a:t>
            </a:r>
          </a:p>
        </p:txBody>
      </p:sp>
    </p:spTree>
    <p:extLst>
      <p:ext uri="{BB962C8B-B14F-4D97-AF65-F5344CB8AC3E}">
        <p14:creationId xmlns:p14="http://schemas.microsoft.com/office/powerpoint/2010/main" val="662181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BD1AC-6C9E-4017-B1A4-D9BB816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B8ED2-6006-457C-97B2-7A8E8745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EF833-B584-4C40-A560-2CB7765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 stdio MCP 服务：汇率、反欺诈、理财费率。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servers.json 声明 timeoutMs 与 risk。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尚未接入运行时。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结论：不适用。接入时需保证外部返回只当数据，调用超时，失败降级。</a:t>
            </a:r>
          </a:p>
        </p:txBody>
      </p:sp>
    </p:spTree>
    <p:extLst>
      <p:ext uri="{BB962C8B-B14F-4D97-AF65-F5344CB8AC3E}">
        <p14:creationId xmlns:p14="http://schemas.microsoft.com/office/powerpoint/2010/main" val="862885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467D7-D725-45BA-BD0B-1A5C4372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6848-7BE8-42A3-8447-ADEEA93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5000E-7ECB-4BDD-84B8-9E6D2A6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判定可解释：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注入防御：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通过，同形字待补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越权：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密钥与数据：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通过，姓名脱敏待补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模型相关：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外部服务：</a:t>
            </a:r>
            <a:r>
              <a: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不适用，未接入运行时</a:t>
            </a:r>
          </a:p>
        </p:txBody>
      </p:sp>
    </p:spTree>
    <p:extLst>
      <p:ext uri="{BB962C8B-B14F-4D97-AF65-F5344CB8AC3E}">
        <p14:creationId xmlns:p14="http://schemas.microsoft.com/office/powerpoint/2010/main" val="1682830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86E04-2EB0-4CA9-8B54-C19A4CA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已知缺口与修复计划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00AAF-812E-4473-8F91-0767794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620A-07D2-4A01-84CF-E998766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P0  webhook 加 HMAC 签名校验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P0  姓名脱敏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P1  接入汇率服务，带超时与风险声明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P1  补同形字归一化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P1  加演示数据重置端点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P2  扩展模型参数契约覆盖全部工具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P2  补边界金额与令牌四类攻击用例</a:t>
            </a:r>
          </a:p>
        </p:txBody>
      </p:sp>
    </p:spTree>
    <p:extLst>
      <p:ext uri="{BB962C8B-B14F-4D97-AF65-F5344CB8AC3E}">
        <p14:creationId xmlns:p14="http://schemas.microsoft.com/office/powerpoint/2010/main" val="1640187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2026-10-28T14:21:33.9610000Z</dcterms:created>
  <dcterms:modified xsi:type="dcterms:W3CDTF">2026-10-28T14:21:33.9610000Z</dcterms:modified>
</coreProperties>
</file>
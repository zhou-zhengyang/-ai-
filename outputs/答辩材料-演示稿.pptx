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94b0e4e6aee4d6a" /><Relationship Type="http://schemas.openxmlformats.org/officeDocument/2006/relationships/extended-properties" Target="/docProps/app.xml" Id="R0ba979820ce048cf" /><Relationship Type="http://schemas.openxmlformats.org/officeDocument/2006/relationships/officeDocument" Target="/ppt/presentation.xml" Id="Rb9a64d86cce0491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f6980485cdc480b"/>
  </p:sldMasterIdLst>
  <p:notesMasterIdLst>
    <p:notesMasterId xmlns:r="http://schemas.openxmlformats.org/officeDocument/2006/relationships" r:id="R88a1f2bedc3340d8"/>
  </p:notesMasterIdLst>
  <p:sldIdLst>
    <p:sldId xmlns:r="http://schemas.openxmlformats.org/officeDocument/2006/relationships" id="256" r:id="Rcf89d2273dc94e5d"/>
    <p:sldId xmlns:r="http://schemas.openxmlformats.org/officeDocument/2006/relationships" id="257" r:id="R60d87ac830764eab"/>
    <p:sldId xmlns:r="http://schemas.openxmlformats.org/officeDocument/2006/relationships" id="258" r:id="Rbdc72aede4504e08"/>
    <p:sldId xmlns:r="http://schemas.openxmlformats.org/officeDocument/2006/relationships" id="259" r:id="Rbe5d4663a78c49cc"/>
    <p:sldId xmlns:r="http://schemas.openxmlformats.org/officeDocument/2006/relationships" id="260" r:id="Rbcdc25cddc864c0e"/>
    <p:sldId xmlns:r="http://schemas.openxmlformats.org/officeDocument/2006/relationships" id="261" r:id="R70facf5ed5994f29"/>
    <p:sldId xmlns:r="http://schemas.openxmlformats.org/officeDocument/2006/relationships" id="262" r:id="R75660e2a41ab49de"/>
    <p:sldId xmlns:r="http://schemas.openxmlformats.org/officeDocument/2006/relationships" id="263" r:id="Rcb94c5ae8c1046ed"/>
    <p:sldId xmlns:r="http://schemas.openxmlformats.org/officeDocument/2006/relationships" id="264" r:id="Rbef6f34fcc434ad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b024ba08ad740c7" /><Relationship Type="http://schemas.openxmlformats.org/officeDocument/2006/relationships/slideMaster" Target="/ppt/slideMasters/slideMaster1.xml" Id="R8f6980485cdc480b" /><Relationship Type="http://schemas.openxmlformats.org/officeDocument/2006/relationships/notesMaster" Target="/ppt/notesMasters/notesMaster1.xml" Id="R88a1f2bedc3340d8" /><Relationship Type="http://schemas.openxmlformats.org/officeDocument/2006/relationships/presProps" Target="/ppt/presProps.xml" Id="R1a67fefb7aa74abc" /><Relationship Type="http://schemas.openxmlformats.org/officeDocument/2006/relationships/tableStyles" Target="/ppt/tableStyles.xml" Id="R9a3b51ff044e4c22" /><Relationship Type="http://schemas.openxmlformats.org/officeDocument/2006/relationships/slide" Target="/ppt/slides/slide1.xml" Id="Rcf89d2273dc94e5d" /><Relationship Type="http://schemas.openxmlformats.org/officeDocument/2006/relationships/slide" Target="/ppt/slides/slide2.xml" Id="R60d87ac830764eab" /><Relationship Type="http://schemas.openxmlformats.org/officeDocument/2006/relationships/slide" Target="/ppt/slides/slide3.xml" Id="Rbdc72aede4504e08" /><Relationship Type="http://schemas.openxmlformats.org/officeDocument/2006/relationships/slide" Target="/ppt/slides/slide4.xml" Id="Rbe5d4663a78c49cc" /><Relationship Type="http://schemas.openxmlformats.org/officeDocument/2006/relationships/slide" Target="/ppt/slides/slide5.xml" Id="Rbcdc25cddc864c0e" /><Relationship Type="http://schemas.openxmlformats.org/officeDocument/2006/relationships/slide" Target="/ppt/slides/slide6.xml" Id="R70facf5ed5994f29" /><Relationship Type="http://schemas.openxmlformats.org/officeDocument/2006/relationships/slide" Target="/ppt/slides/slide7.xml" Id="R75660e2a41ab49de" /><Relationship Type="http://schemas.openxmlformats.org/officeDocument/2006/relationships/slide" Target="/ppt/slides/slide8.xml" Id="Rcb94c5ae8c1046ed" /><Relationship Type="http://schemas.openxmlformats.org/officeDocument/2006/relationships/slide" Target="/ppt/slides/slide9.xml" Id="Rbef6f34fcc434ad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4a364b23de840a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a6b9213372649b9" /><Relationship Type="http://schemas.openxmlformats.org/officeDocument/2006/relationships/notesMaster" Target="/ppt/notesMasters/notesMaster1.xml" Id="R9ca1a687be0748a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5087f6b9b6a4f59" /><Relationship Type="http://schemas.openxmlformats.org/officeDocument/2006/relationships/notesMaster" Target="/ppt/notesMasters/notesMaster1.xml" Id="R4cc4a6bd25fb45a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f86fe97391f45f1" /><Relationship Type="http://schemas.openxmlformats.org/officeDocument/2006/relationships/notesMaster" Target="/ppt/notesMasters/notesMaster1.xml" Id="R36417a268e704aa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75b71c843e046be" /><Relationship Type="http://schemas.openxmlformats.org/officeDocument/2006/relationships/notesMaster" Target="/ppt/notesMasters/notesMaster1.xml" Id="R68ff9d2ebf1549b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985e9f7cf874ed1" /><Relationship Type="http://schemas.openxmlformats.org/officeDocument/2006/relationships/notesMaster" Target="/ppt/notesMasters/notesMaster1.xml" Id="R9e1ccd2383144dd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39e035fe3ff4737" /><Relationship Type="http://schemas.openxmlformats.org/officeDocument/2006/relationships/notesMaster" Target="/ppt/notesMasters/notesMaster1.xml" Id="Reda7db6bd833414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fe49382e1574866" /><Relationship Type="http://schemas.openxmlformats.org/officeDocument/2006/relationships/notesMaster" Target="/ppt/notesMasters/notesMaster1.xml" Id="R6784ab6ca5604b6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32b6e18bf02430c" /><Relationship Type="http://schemas.openxmlformats.org/officeDocument/2006/relationships/notesMaster" Target="/ppt/notesMasters/notesMaster1.xml" Id="R89c08c6dea1b46e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78eac372b6648b5" /><Relationship Type="http://schemas.openxmlformats.org/officeDocument/2006/relationships/notesMaster" Target="/ppt/notesMasters/notesMaster1.xml" Id="R9ae61cbea8cd4e8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44c6ef208842c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1e8ba56eb740d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de57b67f4a4a1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070e015501445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580e9779c4411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dd2c60aa194b0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D830DDB-95AA-4DD4-98A7-814A317F3F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49353EB-8570-4601-BD44-C29AC812B62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A7E728A-9C56-4933-BED8-260A015080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DB8A88A-60DC-4CC3-8721-E4B2DC819F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3B42D57-7E09-457F-99B9-66C71080DED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435F1C7-E656-48D4-86DF-8831505D1C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54703F4-6698-440E-B145-3B6B33895C0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6431FC5-98A2-4352-A6A2-4EEC032E851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6C8EA44-1E10-41B4-97CB-D9F609493A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8214F41-A5C4-40D7-937B-4777D9EBB04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2fcf4475e714389" /><Relationship Type="http://schemas.openxmlformats.org/officeDocument/2006/relationships/slideLayout" Target="/ppt/slideLayouts/slideLayout1.xml" Id="R750f6afcec3f42ee" /><Relationship Type="http://schemas.openxmlformats.org/officeDocument/2006/relationships/slideLayout" Target="/ppt/slideLayouts/slideLayout2.xml" Id="R43c73e0195d647f6" /><Relationship Type="http://schemas.openxmlformats.org/officeDocument/2006/relationships/slideLayout" Target="/ppt/slideLayouts/slideLayout3.xml" Id="Ra551fce5cd034043" /><Relationship Type="http://schemas.openxmlformats.org/officeDocument/2006/relationships/slideLayout" Target="/ppt/slideLayouts/slideLayout4.xml" Id="R7c26a02c69954d4d" /><Relationship Type="http://schemas.openxmlformats.org/officeDocument/2006/relationships/slideLayout" Target="/ppt/slideLayouts/slideLayout5.xml" Id="Re518fd80fbc545de" /><Relationship Type="http://schemas.openxmlformats.org/officeDocument/2006/relationships/slideLayout" Target="/ppt/slideLayouts/slideLayout6.xml" Id="R933df11883b2417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50f6afcec3f42ee"/>
    <p:sldLayoutId xmlns:r="http://schemas.openxmlformats.org/officeDocument/2006/relationships" id="2147483650" r:id="R43c73e0195d647f6"/>
    <p:sldLayoutId xmlns:r="http://schemas.openxmlformats.org/officeDocument/2006/relationships" id="2147483651" r:id="Ra551fce5cd034043"/>
    <p:sldLayoutId xmlns:r="http://schemas.openxmlformats.org/officeDocument/2006/relationships" id="2147483652" r:id="R7c26a02c69954d4d"/>
    <p:sldLayoutId xmlns:r="http://schemas.openxmlformats.org/officeDocument/2006/relationships" id="2147483653" r:id="Re518fd80fbc545de"/>
    <p:sldLayoutId xmlns:r="http://schemas.openxmlformats.org/officeDocument/2006/relationships" id="2147483654" r:id="R933df11883b2417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7ffef344344ebd" /><Relationship Type="http://schemas.openxmlformats.org/officeDocument/2006/relationships/notesSlide" Target="/ppt/notesSlides/notesSlide1.xml" Id="R65568288760d460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5cb0d1024448ab" /><Relationship Type="http://schemas.openxmlformats.org/officeDocument/2006/relationships/notesSlide" Target="/ppt/notesSlides/notesSlide2.xml" Id="R0bb0b141a2854f4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d33036bf104f0b" /><Relationship Type="http://schemas.openxmlformats.org/officeDocument/2006/relationships/notesSlide" Target="/ppt/notesSlides/notesSlide3.xml" Id="R7ccc78fd1a0b42c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e820bedcc54ca9" /><Relationship Type="http://schemas.openxmlformats.org/officeDocument/2006/relationships/notesSlide" Target="/ppt/notesSlides/notesSlide4.xml" Id="Rb10968bbe9294fc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61407413304eab" /><Relationship Type="http://schemas.openxmlformats.org/officeDocument/2006/relationships/notesSlide" Target="/ppt/notesSlides/notesSlide5.xml" Id="R35af11d9055741e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87e9300b694f4c" /><Relationship Type="http://schemas.openxmlformats.org/officeDocument/2006/relationships/notesSlide" Target="/ppt/notesSlides/notesSlide6.xml" Id="R30fd21b9302b4e0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6bba28328b4af2" /><Relationship Type="http://schemas.openxmlformats.org/officeDocument/2006/relationships/notesSlide" Target="/ppt/notesSlides/notesSlide7.xml" Id="R4b336f27dc0f417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10db0c10b24135" /><Relationship Type="http://schemas.openxmlformats.org/officeDocument/2006/relationships/notesSlide" Target="/ppt/notesSlides/notesSlide8.xml" Id="Rc75aeeb133ff4e2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07355bd7f74f4d" /><Relationship Type="http://schemas.openxmlformats.org/officeDocument/2006/relationships/notesSlide" Target="/ppt/notesSlides/notesSlide9.xml" Id="R6d6685d1778d4e0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5F00B4-09C9-413D-A2B4-18611A95C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800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D39D9F-3799-41BB-ABB8-9E460608B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2026 FINTECHATHON 微众银行金融科技大学生挑战赛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F2B87F-A604-4E9D-A973-65941A9AB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银行 AI 智能体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F65125-1432-46C9-8CB8-643ACCA85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950" b="0">
                <a:solidFill>
                  <a:srgbClr val="93C5F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93C5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93C5FD"/>
                </a:solidFill>
                <a:latin typeface="Microsoft YaHei"/>
                <a:ea typeface="Microsoft YaHei"/>
                <a:cs typeface="Microsoft YaHei"/>
              </a:rPr>
              <a:t>判定可解释，操作有留痕，系统不乱动钱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EFE401-7135-419C-BE47-14B0DE2E8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pi 三段式架构，钩子链与状态机</a:t>
            </a:r>
          </a:p>
        </p:txBody>
      </p:sp>
    </p:spTree>
    <p:extLst>
      <p:ext uri="{BB962C8B-B14F-4D97-AF65-F5344CB8AC3E}">
        <p14:creationId xmlns:p14="http://schemas.microsoft.com/office/powerpoint/2010/main" val="10355633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47B503-DDAE-4EB2-8F91-B0C93A4F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1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项目定位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CEE48A-157D-4279-8779-78CAE95E0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DDE8E8-B66C-481C-8DAD-172840CD6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用户用自然语言提出业务，系统完成意图理解、风险判定、确认与执行，并把每一步决策写入审计链。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9618DD-8D86-46A6-9141-FB7EB2FAB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09728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732EB8-B632-4E39-903F-F97B76FC2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38400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5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39CC6B-191E-4E25-AD51-A1EABE24E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3622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听得懂口语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C066E3-42D3-46E5-B29F-543C66E35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7813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规则优先，模型兜底。支持「五千块」「三千五」、手机号收款人、多轮补全。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293659-9563-46D2-8BC1-34F7247F0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9728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B31F1F-A9A8-434B-9284-AC89029F5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71900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5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7AEC40-0C21-4DC7-8039-66D2CA436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6957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说得清为什么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DAC9C2-6CA2-4119-AF72-9CB3E262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1148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五维度三色判定，每条规则都有名称和具体阈值。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94764C-7AD4-4F6C-887D-2E204A6DF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9728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3C47A6-377E-4E39-BC9B-B9724EBC0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05400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5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702CFF-0947-4EF7-9DE4-84C482A19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0292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拦得住越权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1F5872-5A8E-4553-A562-C78A9369B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483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注入拦截、一次性确认令牌、确认时重判、审计哈希链。</a:t>
            </a:r>
          </a:p>
        </p:txBody>
      </p:sp>
    </p:spTree>
    <p:extLst>
      <p:ext uri="{BB962C8B-B14F-4D97-AF65-F5344CB8AC3E}">
        <p14:creationId xmlns:p14="http://schemas.microsoft.com/office/powerpoint/2010/main" val="237039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16659F-8660-4FF3-8D9F-B05C33B46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1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架构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7225D8-BC5A-4A85-9C8C-174F6CF2C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C4F5C0-9E5A-434A-9781-702B236D2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3429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5F30EA-80D3-43F2-8CB5-ECD56D4EC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52600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9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Agent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D7414D-EA17-4560-8DD2-9B680297A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71700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agent.ts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9C182F-D798-4F2E-A5AA-FA6264BFE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33650"/>
            <a:ext cx="297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状态、事件、循环、钩子调度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4472FB-DEB8-4243-A444-29D5ABCAD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524000"/>
            <a:ext cx="3429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9B5ED1-7089-42F5-93BC-3D6586A0E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752600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9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Transport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996328-191D-427E-A108-74FCEB9F1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171700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transport.ts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1326E0-5C05-4047-88E9-CF6271D2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533650"/>
            <a:ext cx="297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模型请求、超时、离线回退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2EE4F4-5AB2-4255-A24F-A18E413B6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524000"/>
            <a:ext cx="3429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8CEC13-E025-4DEC-8B0F-84470B551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52600"/>
            <a:ext cx="297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9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Extension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64CE44-A0B6-458B-9C14-0BF3CC038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71700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rules.ts / state.ts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F4E512-85BE-4758-AC39-14D9855CA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33650"/>
            <a:ext cx="2971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意图、判定、令牌、审计、工具执行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E35F7A-32CA-444B-AE42-67EFF6A22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处理顺序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BEA814-9335-44B9-A223-41023B01B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109728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1  归一化与注入检查</a:t>
            </a:r>
          </a:p>
          <a:p xmlns:a="http://schemas.openxmlformats.org/drawingml/2006/main">
            <a:pPr algn="l">
              <a:def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2  规则解析，未命中交给模型兜底</a:t>
            </a:r>
          </a:p>
          <a:p xmlns:a="http://schemas.openxmlformats.org/drawingml/2006/main">
            <a:pPr algn="l">
              <a:def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3  三色判定</a:t>
            </a:r>
          </a:p>
          <a:p xmlns:a="http://schemas.openxmlformats.org/drawingml/2006/main">
            <a:pPr algn="l">
              <a:def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4  确认或拦截</a:t>
            </a:r>
          </a:p>
          <a:p xmlns:a="http://schemas.openxmlformats.org/drawingml/2006/main">
            <a:pPr algn="l">
              <a:def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5  执行</a:t>
            </a:r>
          </a:p>
          <a:p xmlns:a="http://schemas.openxmlformats.org/drawingml/2006/main">
            <a:pPr algn="l">
              <a:def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6  审计入链</a:t>
            </a:r>
          </a:p>
        </p:txBody>
      </p:sp>
    </p:spTree>
    <p:extLst>
      <p:ext uri="{BB962C8B-B14F-4D97-AF65-F5344CB8AC3E}">
        <p14:creationId xmlns:p14="http://schemas.microsoft.com/office/powerpoint/2010/main" val="7135357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6AADA3-4658-475A-80CC-1523DBDC0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1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三条硬门槛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E6D62C-4A86-4005-BA0D-2CBC7D3A8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8FF59A-AD49-469A-82DA-EAED5E5B0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65C716-8122-40EC-929B-D6E0DB068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权限分级机制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5ADB93-5F02-4D9A-A179-FD51A3B15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10382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三色判定、一次性确认令牌、确认时重判。现场发「转给小王 5000 元」，看到红色和具体阈值。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48540D-DFE2-4C10-93FB-080831731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109728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6F0742-92CB-40CB-80CD-5A6C9CBA9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2420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幻觉防护与注入防御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7ECA1F-A42A-4CF1-9C01-198271935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0"/>
            <a:ext cx="10382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数字只来自工具返回，模型只产意图且过白名单。断网时数字仍正确，注入输入被红色拦截。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F132B2-D356-470C-B136-CC2F2A9B5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109728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6DF1EF-2BBB-4D13-B2BC-F108BA5B7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4820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意图理解与任务规划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27A235-5F50-4697-B460-829350D80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0"/>
            <a:ext cx="10382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规则优先、模型兜底，多轮补槽。六类说法和多轮补全都能现场演示。</a:t>
            </a:r>
          </a:p>
        </p:txBody>
      </p:sp>
    </p:spTree>
    <p:extLst>
      <p:ext uri="{BB962C8B-B14F-4D97-AF65-F5344CB8AC3E}">
        <p14:creationId xmlns:p14="http://schemas.microsoft.com/office/powerpoint/2010/main" val="9198231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8A230A-AB70-41C5-AA12-0A816A94E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1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三色判定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8EC6B6-D16D-4502-8C8D-6D23E1EB0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2CE546-CA6B-46A7-A027-430332334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base-level     决定基线。只读绿，动账黄，改规则红。</a:t>
            </a:r>
          </a:p>
          <a:p xmlns:a="http://schemas.openxmlformats.org/drawingml/2006/main">
            <a:pPr algn="l">
              <a:def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single-limit   单笔超过 1000 元判红。</a:t>
            </a:r>
          </a:p>
          <a:p xmlns:a="http://schemas.openxmlformats.org/drawingml/2006/main">
            <a:pPr algn="l">
              <a:def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daily-limit    今日已转加本次超过 5000 元判红。</a:t>
            </a:r>
          </a:p>
          <a:p xmlns:a="http://schemas.openxmlformats.org/drawingml/2006/main">
            <a:pPr algn="l">
              <a:def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new-payee      收款人不在通讯录且金额达到 500 元判红。</a:t>
            </a:r>
          </a:p>
          <a:p xmlns:a="http://schemas.openxmlformats.org/drawingml/2006/main">
            <a:pPr algn="l">
              <a:def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irreversible   挂失与赎回判红，需柜面办理。</a:t>
            </a:r>
          </a:p>
          <a:p xmlns:a="http://schemas.openxmlformats.org/drawingml/2006/main">
            <a:pPr algn="l">
              <a:def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frequency      单工具当日达到 5 笔判红。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C78C29-6E0F-4C7F-B29B-0CC4112AC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判定只读状态。日累计与频次从审计链只读推导。</a:t>
            </a:r>
          </a:p>
        </p:txBody>
      </p:sp>
    </p:spTree>
    <p:extLst>
      <p:ext uri="{BB962C8B-B14F-4D97-AF65-F5344CB8AC3E}">
        <p14:creationId xmlns:p14="http://schemas.microsoft.com/office/powerpoint/2010/main" val="19443153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D72110-FE32-4FE9-9A5C-AB8171C01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1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注入防御与审计链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BEF17F-21B0-43FC-92E3-269A8FF6E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6A5D4C-029E-47FE-8207-E137C59EF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9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注入防御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9D57B4-DB49-49CB-8ECE-CF25086A3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4953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1  全角转半角，去零宽字符</a:t>
            </a:r>
          </a:p>
          <a:p xmlns:a="http://schemas.openxmlformats.org/drawingml/2006/main">
            <a:pPr algn="l">
              <a:def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2  忽略指令、角色扮演、提示词套取命中即拦</a:t>
            </a:r>
          </a:p>
          <a:p xmlns:a="http://schemas.openxmlformats.org/drawingml/2006/main">
            <a:pPr algn="l">
              <a:def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3  备注转账直接拒绝，付款来源不可信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CCB7CD-1D12-48F9-B6A8-174E29B76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287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9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审计链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4F2D9A-94D1-4ADC-90EA-DDFE68FCA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62150"/>
            <a:ext cx="4953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1  每条决策带前序哈希</a:t>
            </a:r>
          </a:p>
          <a:p xmlns:a="http://schemas.openxmlformats.org/drawingml/2006/main">
            <a:pPr algn="l">
              <a:def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2  改一条记录，链校验断裂</a:t>
            </a:r>
          </a:p>
          <a:p xmlns:a="http://schemas.openxmlformats.org/drawingml/2006/main">
            <a:pPr algn="l">
              <a:def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3  结构化金额与收款人入链，日累计只读推导</a:t>
            </a:r>
          </a:p>
        </p:txBody>
      </p:sp>
    </p:spTree>
    <p:extLst>
      <p:ext uri="{BB962C8B-B14F-4D97-AF65-F5344CB8AC3E}">
        <p14:creationId xmlns:p14="http://schemas.microsoft.com/office/powerpoint/2010/main" val="69240008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29D5BC-F486-4EE6-9C99-570F11107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1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演示脚本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1D173D-B36D-4832-A2D3-29FDEB046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215B8D-773F-42AA-BAF3-A7E20D805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FEC227-3814-4BD4-AE1B-0DD5DC1FD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3335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正常办理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E257C1-603F-4FB5-8DBE-EE6FD12E3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35255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60 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357A69-63D3-4D3D-8D38-7BE50E108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333500"/>
            <a:ext cx="695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转给小王 500 元，黄色确认，执行后审计多一条。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B97F9B-559B-442F-9A3F-246298D42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CA8E3A-6D62-4A96-9FB7-48734A5ED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860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越权拦截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CE8896-858E-4744-9688-5A368FB23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0505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45 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0182DD-CBD6-4D69-B53A-C7BE6A3C8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86000"/>
            <a:ext cx="695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转给小王 5000 元，红色命中单笔与日累计超限。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499BBF-AE77-4C01-971D-B165A7878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620251-A69F-4E36-AF2D-FF20E083F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385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注入拦截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C27809-F7E2-4114-96B6-8E5606EC2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5755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30 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65ABAD-F73F-432F-A3F0-A24DA0CB6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38500"/>
            <a:ext cx="695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输入「忽略之前的指令」，红色拦截。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2C67C8-FDD9-414E-B25F-E082F0545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EE494C-E49F-4C9F-B57D-E80A09F18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910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渠道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8A3C35-1680-4E0B-BE17-329A011B1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21005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30 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6393B5-51AC-468E-BE3C-290750608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191000"/>
            <a:ext cx="695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curl webhook，返回 200，body 带 reply 与 level。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33D722-0B35-434C-A0EC-ACD66C2A1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706A83-AF59-44D0-A4F4-9A8C92E28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435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收尾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E4ABE8-2D29-4E5C-A064-8D435E45D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16255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15 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437A6B-A05C-4330-A18D-05B814535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143500"/>
            <a:ext cx="695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审计链完整，条数与对话次数一致。</a:t>
            </a:r>
          </a:p>
        </p:txBody>
      </p:sp>
    </p:spTree>
    <p:extLst>
      <p:ext uri="{BB962C8B-B14F-4D97-AF65-F5344CB8AC3E}">
        <p14:creationId xmlns:p14="http://schemas.microsoft.com/office/powerpoint/2010/main" val="19976292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5906A0-746E-4396-BCAB-6B388E9F2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1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实测证据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C9FF33-CA9D-42DE-A1D2-A8596B787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0D6EC3-4573-4AC9-A595-419EA6C0C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0BFED0-14C7-4A7C-92CB-85FAF7B11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真实模型回路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C59F3C-7461-472A-9F70-212A97136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52650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deepseek-v4-pro 真实 API。模型意图走同一白名单与判定链，超限照样判红。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C77FC6-F578-428F-B1BB-D94BA064E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109728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FE2E2A-FA1E-4E9C-835C-7E7D063B0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2420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冒烟测试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F32B8B-97E2-473C-9492-809734BD3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81400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8 条用例全过，覆盖绿黄红、口语金额、越权、备注拒绝、注入。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5194A6-6BC7-4376-ACEC-DB2124406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109728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7DB646-D313-4BF9-AE59-0C55127EF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529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工程自检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64648F-436F-4236-941E-1B2759F25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10150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check.mjs 50/50，tsc --noEmit 0 错误，规则模式断网可跑。</a:t>
            </a:r>
          </a:p>
        </p:txBody>
      </p:sp>
    </p:spTree>
    <p:extLst>
      <p:ext uri="{BB962C8B-B14F-4D97-AF65-F5344CB8AC3E}">
        <p14:creationId xmlns:p14="http://schemas.microsoft.com/office/powerpoint/2010/main" val="5687987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2ECA8D-632A-4C07-9895-678081542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1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不足与下一步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F1E520-3435-4348-9459-CF481EE84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2F64D6-1ACA-460D-81D9-F0F261FA7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1  汇率、反欺诈、理财费率已有 MCP 服务端，尚未接入运行时</a:t>
            </a:r>
          </a:p>
          <a:p xmlns:a="http://schemas.openxmlformats.org/drawingml/2006/main">
            <a:pPr algn="l">
              <a:def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2  webhook 渠道无鉴权，需要共享密钥签名</a:t>
            </a:r>
          </a:p>
          <a:p xmlns:a="http://schemas.openxmlformats.org/drawingml/2006/main">
            <a:pPr algn="l">
              <a:def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3  姓名尚未脱敏，同形字注入未覆盖</a:t>
            </a:r>
          </a:p>
          <a:p xmlns:a="http://schemas.openxmlformats.org/drawingml/2006/main">
            <a:pPr algn="l">
              <a:def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4  缺演示数据一键重置端点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6A71F2-EC90-4EB9-B94E-E9ED8B3D8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F42C72-4257-46DE-A788-990137148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10150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三色判定、注入防御、审计留痕已经落地。外部服务接入与渠道鉴权是下一步。</a:t>
            </a:r>
          </a:p>
        </p:txBody>
      </p:sp>
    </p:spTree>
    <p:extLst>
      <p:ext uri="{BB962C8B-B14F-4D97-AF65-F5344CB8AC3E}">
        <p14:creationId xmlns:p14="http://schemas.microsoft.com/office/powerpoint/2010/main" val="7691376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2026-10-28T14:17:50.7750000Z</dcterms:created>
  <dcterms:modified xsi:type="dcterms:W3CDTF">2026-10-28T14:17:50.7750000Z</dcterms:modified>
</coreProperties>
</file>
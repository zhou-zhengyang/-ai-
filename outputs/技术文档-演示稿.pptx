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53da3cf86d41ef" /><Relationship Type="http://schemas.openxmlformats.org/officeDocument/2006/relationships/extended-properties" Target="/docProps/app.xml" Id="Rb5460b83df304390" /><Relationship Type="http://schemas.openxmlformats.org/officeDocument/2006/relationships/officeDocument" Target="/ppt/presentation.xml" Id="R380e900b1a6c4c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883888564743ee"/>
  </p:sldMasterIdLst>
  <p:notesMasterIdLst>
    <p:notesMasterId xmlns:r="http://schemas.openxmlformats.org/officeDocument/2006/relationships" r:id="Rb4373366435d492e"/>
  </p:notesMasterIdLst>
  <p:sldIdLst>
    <p:sldId xmlns:r="http://schemas.openxmlformats.org/officeDocument/2006/relationships" id="256" r:id="Rb8b958c1b3b24b99"/>
    <p:sldId xmlns:r="http://schemas.openxmlformats.org/officeDocument/2006/relationships" id="257" r:id="Rd8dd2f702d54405d"/>
    <p:sldId xmlns:r="http://schemas.openxmlformats.org/officeDocument/2006/relationships" id="258" r:id="Rb07c375e001e47cf"/>
    <p:sldId xmlns:r="http://schemas.openxmlformats.org/officeDocument/2006/relationships" id="259" r:id="R4f0ee910138047a0"/>
    <p:sldId xmlns:r="http://schemas.openxmlformats.org/officeDocument/2006/relationships" id="260" r:id="Ra4dd51f5a7b24d15"/>
    <p:sldId xmlns:r="http://schemas.openxmlformats.org/officeDocument/2006/relationships" id="261" r:id="Rf36ad9adca0c46e8"/>
    <p:sldId xmlns:r="http://schemas.openxmlformats.org/officeDocument/2006/relationships" id="262" r:id="Rc95d17cee75a4dd7"/>
    <p:sldId xmlns:r="http://schemas.openxmlformats.org/officeDocument/2006/relationships" id="263" r:id="R9baad6c447da4c9b"/>
    <p:sldId xmlns:r="http://schemas.openxmlformats.org/officeDocument/2006/relationships" id="264" r:id="R02f5fa18529d4837"/>
    <p:sldId xmlns:r="http://schemas.openxmlformats.org/officeDocument/2006/relationships" id="265" r:id="R17bb0dc509af4993"/>
    <p:sldId xmlns:r="http://schemas.openxmlformats.org/officeDocument/2006/relationships" id="266" r:id="R83fdface190742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b10291266f4dc6" /><Relationship Type="http://schemas.openxmlformats.org/officeDocument/2006/relationships/slideMaster" Target="/ppt/slideMasters/slideMaster1.xml" Id="R08883888564743ee" /><Relationship Type="http://schemas.openxmlformats.org/officeDocument/2006/relationships/notesMaster" Target="/ppt/notesMasters/notesMaster1.xml" Id="Rb4373366435d492e" /><Relationship Type="http://schemas.openxmlformats.org/officeDocument/2006/relationships/presProps" Target="/ppt/presProps.xml" Id="R10643f1d8bb64232" /><Relationship Type="http://schemas.openxmlformats.org/officeDocument/2006/relationships/tableStyles" Target="/ppt/tableStyles.xml" Id="Ra37199748cd84cd6" /><Relationship Type="http://schemas.openxmlformats.org/officeDocument/2006/relationships/slide" Target="/ppt/slides/slide1.xml" Id="Rb8b958c1b3b24b99" /><Relationship Type="http://schemas.openxmlformats.org/officeDocument/2006/relationships/slide" Target="/ppt/slides/slide2.xml" Id="Rd8dd2f702d54405d" /><Relationship Type="http://schemas.openxmlformats.org/officeDocument/2006/relationships/slide" Target="/ppt/slides/slide3.xml" Id="Rb07c375e001e47cf" /><Relationship Type="http://schemas.openxmlformats.org/officeDocument/2006/relationships/slide" Target="/ppt/slides/slide4.xml" Id="R4f0ee910138047a0" /><Relationship Type="http://schemas.openxmlformats.org/officeDocument/2006/relationships/slide" Target="/ppt/slides/slide5.xml" Id="Ra4dd51f5a7b24d15" /><Relationship Type="http://schemas.openxmlformats.org/officeDocument/2006/relationships/slide" Target="/ppt/slides/slide6.xml" Id="Rf36ad9adca0c46e8" /><Relationship Type="http://schemas.openxmlformats.org/officeDocument/2006/relationships/slide" Target="/ppt/slides/slide7.xml" Id="Rc95d17cee75a4dd7" /><Relationship Type="http://schemas.openxmlformats.org/officeDocument/2006/relationships/slide" Target="/ppt/slides/slide8.xml" Id="R9baad6c447da4c9b" /><Relationship Type="http://schemas.openxmlformats.org/officeDocument/2006/relationships/slide" Target="/ppt/slides/slide9.xml" Id="R02f5fa18529d4837" /><Relationship Type="http://schemas.openxmlformats.org/officeDocument/2006/relationships/slide" Target="/ppt/slides/slide10.xml" Id="R17bb0dc509af4993" /><Relationship Type="http://schemas.openxmlformats.org/officeDocument/2006/relationships/slide" Target="/ppt/slides/slide11.xml" Id="R83fdface190742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acaf8f29ec4c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6f69b1677425b" /><Relationship Type="http://schemas.openxmlformats.org/officeDocument/2006/relationships/notesMaster" Target="/ppt/notesMasters/notesMaster1.xml" Id="R1b1790b27bb445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36f69185c44a2f" /><Relationship Type="http://schemas.openxmlformats.org/officeDocument/2006/relationships/notesMaster" Target="/ppt/notesMasters/notesMaster1.xml" Id="Rc2d9224b38c14c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9a1a6f23ea4cc6" /><Relationship Type="http://schemas.openxmlformats.org/officeDocument/2006/relationships/notesMaster" Target="/ppt/notesMasters/notesMaster1.xml" Id="R68d1f65fd6b34a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3003a2fb204ea0" /><Relationship Type="http://schemas.openxmlformats.org/officeDocument/2006/relationships/notesMaster" Target="/ppt/notesMasters/notesMaster1.xml" Id="Rf4b910c0ff5c41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381341f26c49ec" /><Relationship Type="http://schemas.openxmlformats.org/officeDocument/2006/relationships/notesMaster" Target="/ppt/notesMasters/notesMaster1.xml" Id="R90a36cbc2da249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2682fa6b8a4e1d" /><Relationship Type="http://schemas.openxmlformats.org/officeDocument/2006/relationships/notesMaster" Target="/ppt/notesMasters/notesMaster1.xml" Id="R5804f79f2d6e4d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df443fd7fa480b" /><Relationship Type="http://schemas.openxmlformats.org/officeDocument/2006/relationships/notesMaster" Target="/ppt/notesMasters/notesMaster1.xml" Id="R764d1fd3a68448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912692f5004ef1" /><Relationship Type="http://schemas.openxmlformats.org/officeDocument/2006/relationships/notesMaster" Target="/ppt/notesMasters/notesMaster1.xml" Id="Rffb7b595372c4a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cbc77505d84e8d" /><Relationship Type="http://schemas.openxmlformats.org/officeDocument/2006/relationships/notesMaster" Target="/ppt/notesMasters/notesMaster1.xml" Id="Rb2ae7191194645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ea741794834de7" /><Relationship Type="http://schemas.openxmlformats.org/officeDocument/2006/relationships/notesMaster" Target="/ppt/notesMasters/notesMaster1.xml" Id="R750323ae04a845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f534d653c346bd" /><Relationship Type="http://schemas.openxmlformats.org/officeDocument/2006/relationships/notesMaster" Target="/ppt/notesMasters/notesMaster1.xml" Id="Rbf921e7333434e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01ec6779d49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2671fd6474a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fbeeea7fd48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2216066a84b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83b499ed649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6ef950ad541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F6D68F-D83B-4072-A544-4DCAA6E9C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67F6ED-60FE-4046-9CAC-853BBBC038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EC5E6E-74F3-4F80-83BD-161607ECD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181B8A-862B-42EC-8431-663B268DD3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EEC273-84AD-4D30-A4D6-C5BE3EB23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2F4E1A-1600-4359-BAFA-72737D7AB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259043-560E-4A0B-99D0-9519BADB20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EEB16A-3B1A-4BFD-937C-06A09C470C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D85836-CA90-4138-81C6-FE6ED9159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B75E52-5DE8-42A0-A3EF-2624E179C9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97f4b4444f43e7" /><Relationship Type="http://schemas.openxmlformats.org/officeDocument/2006/relationships/slideLayout" Target="/ppt/slideLayouts/slideLayout1.xml" Id="R48cdbe25a7bf466e" /><Relationship Type="http://schemas.openxmlformats.org/officeDocument/2006/relationships/slideLayout" Target="/ppt/slideLayouts/slideLayout2.xml" Id="R0ba2632b637b4248" /><Relationship Type="http://schemas.openxmlformats.org/officeDocument/2006/relationships/slideLayout" Target="/ppt/slideLayouts/slideLayout3.xml" Id="R591b4077425142ae" /><Relationship Type="http://schemas.openxmlformats.org/officeDocument/2006/relationships/slideLayout" Target="/ppt/slideLayouts/slideLayout4.xml" Id="R760393c3c0f748e1" /><Relationship Type="http://schemas.openxmlformats.org/officeDocument/2006/relationships/slideLayout" Target="/ppt/slideLayouts/slideLayout5.xml" Id="Rc080f96de0c24d76" /><Relationship Type="http://schemas.openxmlformats.org/officeDocument/2006/relationships/slideLayout" Target="/ppt/slideLayouts/slideLayout6.xml" Id="Rad152855ebfd49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dbe25a7bf466e"/>
    <p:sldLayoutId xmlns:r="http://schemas.openxmlformats.org/officeDocument/2006/relationships" id="2147483650" r:id="R0ba2632b637b4248"/>
    <p:sldLayoutId xmlns:r="http://schemas.openxmlformats.org/officeDocument/2006/relationships" id="2147483651" r:id="R591b4077425142ae"/>
    <p:sldLayoutId xmlns:r="http://schemas.openxmlformats.org/officeDocument/2006/relationships" id="2147483652" r:id="R760393c3c0f748e1"/>
    <p:sldLayoutId xmlns:r="http://schemas.openxmlformats.org/officeDocument/2006/relationships" id="2147483653" r:id="Rc080f96de0c24d76"/>
    <p:sldLayoutId xmlns:r="http://schemas.openxmlformats.org/officeDocument/2006/relationships" id="2147483654" r:id="Rad152855ebfd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166fd4df25471d" /><Relationship Type="http://schemas.openxmlformats.org/officeDocument/2006/relationships/notesSlide" Target="/ppt/notesSlides/notesSlide1.xml" Id="R486d0fea14a245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0a09e92134d5e" /><Relationship Type="http://schemas.openxmlformats.org/officeDocument/2006/relationships/notesSlide" Target="/ppt/notesSlides/notesSlide2.xml" Id="Rbbeba75d0c6046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9f1bb2f2e42a0" /><Relationship Type="http://schemas.openxmlformats.org/officeDocument/2006/relationships/notesSlide" Target="/ppt/notesSlides/notesSlide3.xml" Id="Ra3c798e27dcd4a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f88874d584756" /><Relationship Type="http://schemas.openxmlformats.org/officeDocument/2006/relationships/notesSlide" Target="/ppt/notesSlides/notesSlide4.xml" Id="R4b89d0eadb1a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a1b035acf4646" /><Relationship Type="http://schemas.openxmlformats.org/officeDocument/2006/relationships/notesSlide" Target="/ppt/notesSlides/notesSlide5.xml" Id="R7938db08f77544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dbee20e5914da6" /><Relationship Type="http://schemas.openxmlformats.org/officeDocument/2006/relationships/notesSlide" Target="/ppt/notesSlides/notesSlide6.xml" Id="R43b7b5bf81bb40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290c053724d5c" /><Relationship Type="http://schemas.openxmlformats.org/officeDocument/2006/relationships/notesSlide" Target="/ppt/notesSlides/notesSlide7.xml" Id="Ra269824f907e46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5138a73404e9c" /><Relationship Type="http://schemas.openxmlformats.org/officeDocument/2006/relationships/notesSlide" Target="/ppt/notesSlides/notesSlide8.xml" Id="R1425913785cc49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05adac5c5407d" /><Relationship Type="http://schemas.openxmlformats.org/officeDocument/2006/relationships/notesSlide" Target="/ppt/notesSlides/notesSlide9.xml" Id="R050f7ed02ceb4d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8f715b46f471a" /><Relationship Type="http://schemas.openxmlformats.org/officeDocument/2006/relationships/notesSlide" Target="/ppt/notesSlides/notesSlide10.xml" Id="Rba5548d6121547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5efc74abc4634" /><Relationship Type="http://schemas.openxmlformats.org/officeDocument/2006/relationships/notesSlide" Target="/ppt/notesSlides/notesSlide11.xml" Id="Rdd53dd8c11e04b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28207-A66A-4A49-A78A-53B7C496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BB3E4-70E3-4F21-9A40-B7D101DF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 FINTECHATHON 微众银行金融科技大学生挑战赛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8D9E4-96A9-4B34-B6DD-A57F682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技术文档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26225-9053-48ED-B42A-A1A7EDFE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银行 AI 智能体的架构、判定与审计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8687D-30B1-45EE-AE41-1EAED3A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pi 三段式架构，钩子链与状态机</a:t>
            </a:r>
          </a:p>
        </p:txBody>
      </p:sp>
    </p:spTree>
    <p:extLst>
      <p:ext uri="{BB962C8B-B14F-4D97-AF65-F5344CB8AC3E}">
        <p14:creationId xmlns:p14="http://schemas.microsoft.com/office/powerpoint/2010/main" val="1869036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C5B74-6497-4915-8D2B-798AD33E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43AE0-6DBB-43FE-9CBB-332B7926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FC5BC-E2D5-450B-9A2F-961BA47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用户用自然语言提出业务，系统完成意图理解、风险判定、确认与执行，并把每一步决策写入审计链。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71003-5173-402E-994A-CEC26406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C07DF-3C1B-4A61-8578-D13B7CEF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架构路线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D6478-4446-448A-BC7F-73BC4D74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pi 三段式，Agent + Transport + Extension。答辩口径为钩子链与状态机。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524DD-AC72-4EC7-A493-2838CD88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4C04F-E8D2-423B-94CB-85D7C1E4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运行模式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8C2B6-FAB6-454E-8F62-1B7DAC19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规则优先，模型兜底。规则模式离线可跑，接入 DeepSeek 后处理规则覆盖不到的口语。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59460-D707-4D3B-A042-A3F2B304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930D7-1158-4673-AE1E-4A773084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风险分级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027AC-44D9-4F5E-AA5E-DF63E85E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绿直接执行，黄需确认，红直接拦截。</a:t>
            </a:r>
          </a:p>
        </p:txBody>
      </p:sp>
    </p:spTree>
    <p:extLst>
      <p:ext uri="{BB962C8B-B14F-4D97-AF65-F5344CB8AC3E}">
        <p14:creationId xmlns:p14="http://schemas.microsoft.com/office/powerpoint/2010/main" val="1096206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1E7C5-86E2-4CE2-94EA-5DB041F7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9ACD9-6972-400C-91CC-973C106F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92424-D1C9-445C-9301-B4056E7A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2A298-BE0B-49E8-9EAC-CC918C83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4E26B-A2B8-4A8C-91FE-B9CE4948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agent.ts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99FCE-F0CE-403E-8BF9-E2559464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状态、事件、循环、钩子调度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E7BDF-C48F-4A99-8038-EA9077CA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D933D-9B86-4E07-969D-F4FF3077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383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Transport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4C199-1A1B-4872-B35F-ADE90F61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transport.ts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7A6AD-B3CE-4FD8-A5A6-F1D034CE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模型请求、超时、离线回退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CA5DD-3943-4E93-9E34-27CF6B8D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D119B-F133-458A-8B1E-ECA9AE92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Extension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C2C74-219C-4098-94CF-06965029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rules.ts / state.ts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6443A-7FC9-4920-B39D-1C8B35A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意图、判定、令牌、审计、工具执行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7C762-1AB8-4F0F-AAA6-57E03896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处理顺序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60DC1-4C63-43B7-8598-98B227B2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  归一化与注入检查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  规则解析，未命中交给模型兜底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 三色判定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  确认或拦截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  执行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6  审计入链</a:t>
            </a:r>
          </a:p>
        </p:txBody>
      </p:sp>
    </p:spTree>
    <p:extLst>
      <p:ext uri="{BB962C8B-B14F-4D97-AF65-F5344CB8AC3E}">
        <p14:creationId xmlns:p14="http://schemas.microsoft.com/office/powerpoint/2010/main" val="902308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25476-3A1C-498A-B668-70661D43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意图解析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AD3A6-FE10-452E-B600-1E492B23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8A8B4-704C-492D-80C9-135A1836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parseIntent：关键词路由，规则优先。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extractAmount：识别阿拉伯数字、中文数字、万与千，统一整数分。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cnToNumber：支持「三千五」这类口语省略，返回 3500。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extractPayee：手机号映射通讯录，其次取语法位上的中文名。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多轮补槽：缺参数写入草稿，追问后只补缺项。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备注转账：命中「备注」直接拒绝，规则名 remark-payee。</a:t>
            </a:r>
          </a:p>
        </p:txBody>
      </p:sp>
    </p:spTree>
    <p:extLst>
      <p:ext uri="{BB962C8B-B14F-4D97-AF65-F5344CB8AC3E}">
        <p14:creationId xmlns:p14="http://schemas.microsoft.com/office/powerpoint/2010/main" val="13632343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2E2AD-E630-4EBD-9C2C-F36A62BC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三色判定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92D5B-318F-4E20-96E6-CC7A3DB8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2EB1E-6FAB-4366-B639-9AC968E3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base-level     决定基线。只读绿，动账黄，改规则红。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single-limit   单笔超过 1000 元判红。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daily-limit    今日已转加本次超过 5000 元判红。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new-payee      收款人不在通讯录且金额达到 500 元判红。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irreversible   挂失与赎回判红，需柜面办理。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frequency      单工具当日达到 5 笔判红。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02C10-819D-4592-A2CC-682EAE85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判定只读状态。日累计与频次从审计链只读推导。</a:t>
            </a:r>
          </a:p>
        </p:txBody>
      </p:sp>
    </p:spTree>
    <p:extLst>
      <p:ext uri="{BB962C8B-B14F-4D97-AF65-F5344CB8AC3E}">
        <p14:creationId xmlns:p14="http://schemas.microsoft.com/office/powerpoint/2010/main" val="1335255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39A25-6368-4711-BCA7-316B10E8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确认令牌与确认时重判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852F6-2BF3-42CC-92D0-AFA0791A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2A3F0-5F25-46DC-B24A-9A575E9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issueTicket：绑定会话、工具、参数摘要、过期时间。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verifyTicket：校验存在性、有效期、令牌匹配。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令牌一次性，执行后立即失效。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confirm：执行前重新判定，并跑 beforeTool 钩子。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目的：防止判定通过后、确认前状态变化导致带病执行。</a:t>
            </a:r>
          </a:p>
        </p:txBody>
      </p:sp>
    </p:spTree>
    <p:extLst>
      <p:ext uri="{BB962C8B-B14F-4D97-AF65-F5344CB8AC3E}">
        <p14:creationId xmlns:p14="http://schemas.microsoft.com/office/powerpoint/2010/main" val="1689869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06353-DBDD-498D-8EEC-6ECCE734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审计链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58517-6ED5-4A58-8698-E6809BF8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C4DB3-E756-4890-97AF-8BC615EF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每条记录带前序哈希，sha256 成链。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verify 全量校验，改一条即断裂。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结构化金额与收款人入链。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日累计与首次收款人从账本只读推导。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redact 在写入前脱敏手机号与长卡号。</a:t>
            </a:r>
          </a:p>
        </p:txBody>
      </p:sp>
    </p:spTree>
    <p:extLst>
      <p:ext uri="{BB962C8B-B14F-4D97-AF65-F5344CB8AC3E}">
        <p14:creationId xmlns:p14="http://schemas.microsoft.com/office/powerpoint/2010/main" val="1824827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D99E6-D2D0-4EB2-94E3-2BADA9FC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模型兜底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EF5D6-9F6C-463A-8286-FF62D927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0FC05-C2DE-49AA-98D2-EFF59DF0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TOOL_SCHEMAS 为每个工具声明真实参数契约。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transfer 必填 payee 与 amountCents 整数分。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工具名过 specOf 白名单。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金额过 Number.isInteger 且大于 0。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Transport 用 AbortController 超时，失败回退规则。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模型只产意图，执行权在代码层。</a:t>
            </a:r>
          </a:p>
        </p:txBody>
      </p:sp>
    </p:spTree>
    <p:extLst>
      <p:ext uri="{BB962C8B-B14F-4D97-AF65-F5344CB8AC3E}">
        <p14:creationId xmlns:p14="http://schemas.microsoft.com/office/powerpoint/2010/main" val="2124261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AE210-4768-47D4-91FA-DF0DAEF6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渠道与外部服务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8E3B7-BA50-495E-8332-713B9C6D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2B79A-D05A-4F2F-971E-41C16781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渠道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22D07-7158-4F3F-821F-DD93F15A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  Web 前端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  通用 webhook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 企业微信适配，需凭据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742AC-B4E8-42BD-B196-9485B445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外部服务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7E9DC-77EF-4797-8223-542D876E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  汇率、反欺诈、理财费率三个 stdio MCP 服务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  servers.json 声明 timeoutMs 与 risk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 运行时接入属下一步工作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449295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EF692-D5BD-4551-8B4D-5F368E0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接口与运行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FEE38-94B1-4292-9B12-EAF32DFD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429CD-5F06-4768-B8BA-8124CF47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RPC 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EDE2C-2341-49F0-A5C4-3BFAC617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chat       一次对话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confirm    确认待办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cancel     取消待办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state      账户快照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audit      审计记录与链校验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health     健康检查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0D52A-F208-45DC-A2A3-7B9085B2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92D2A-F85E-4F2A-B0CD-63B62EC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规则模式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node track-pi/src/index.ts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模型模式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DEEPSEEK_API_KEY 与 LLM_MODEL=deepseek-v4-pro</a:t>
            </a:r>
          </a:p>
          <a:p xmlns:a="http://schemas.openxmlformats.org/drawingml/2006/main">
            <a:pPr algn="l">
              <a:def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默认端口 18150</a:t>
            </a:r>
          </a:p>
        </p:txBody>
      </p:sp>
    </p:spTree>
    <p:extLst>
      <p:ext uri="{BB962C8B-B14F-4D97-AF65-F5344CB8AC3E}">
        <p14:creationId xmlns:p14="http://schemas.microsoft.com/office/powerpoint/2010/main" val="7460901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36E55-A384-4C07-98EA-ADC5649D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测试与 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77752-9B62-48C8-B615-E39CA888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F1D77-4C42-4DE2-8EC1-5F71D39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check.mjs：结构、密钥、JSON，50/50 通过。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smoke.mjs：8 条用例，覆盖绿黄红、口语金额、越权、备注、注入。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tsc --noEmit：0 错误。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CI：安装依赖、自检、类型检查、前端构建、冒烟。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Release：打 v* 标签，构建并发布产物。</a:t>
            </a:r>
          </a:p>
        </p:txBody>
      </p:sp>
    </p:spTree>
    <p:extLst>
      <p:ext uri="{BB962C8B-B14F-4D97-AF65-F5344CB8AC3E}">
        <p14:creationId xmlns:p14="http://schemas.microsoft.com/office/powerpoint/2010/main" val="107086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2026-10-28T14:21:32.4620000Z</dcterms:created>
  <dcterms:modified xsi:type="dcterms:W3CDTF">2026-10-28T14:21:32.4620000Z</dcterms:modified>
</coreProperties>
</file>